
<file path=[Content_Types].xml><?xml version="1.0" encoding="utf-8"?>
<Types xmlns="http://schemas.openxmlformats.org/package/2006/content-types">
  <Default Extension="jfif" ContentType="image/jpeg"/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415" userDrawn="1">
          <p15:clr>
            <a:srgbClr val="A4A3A4"/>
          </p15:clr>
        </p15:guide>
        <p15:guide id="3" orient="horz" pos="2455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1" d="100"/>
          <a:sy n="71" d="100"/>
        </p:scale>
        <p:origin x="534" y="54"/>
      </p:cViewPr>
      <p:guideLst>
        <p:guide orient="horz" pos="2001"/>
        <p:guide pos="415"/>
        <p:guide orient="horz" pos="2455"/>
        <p:guide pos="7272"/>
        <p:guide orient="horz" pos="1684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3375" y="3583914"/>
            <a:ext cx="2770096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Jangili </a:t>
            </a:r>
            <a:r>
              <a:rPr lang="en-US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Pavan</a:t>
            </a:r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Kalyan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 Technical Campus</a:t>
            </a:r>
            <a:endParaRPr lang="en-IN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164883" cy="743448"/>
          </a:xfrm>
        </p:spPr>
        <p:txBody>
          <a:bodyPr>
            <a:normAutofit/>
          </a:bodyPr>
          <a:lstStyle/>
          <a:p>
            <a:r>
              <a:rPr lang="en-GB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Seasonal Agriculture Performance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876103" y="4327362"/>
            <a:ext cx="5604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AICTE STU ID:STU672e2d046d44e1731079428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0612" y="1875556"/>
            <a:ext cx="7570694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raw agricultural data does not clearly explain how agricultural performance changes across seasons or what patterns can be observed in different seasonal conditions.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is to analyze the given agricultural dataset and investigate seasonal differences in agricultural performance by identifying meaningful patterns, trends, relationships and variations within the available data</a:t>
            </a:r>
            <a:r>
              <a:rPr lang="en-US" sz="2800" dirty="0">
                <a:latin typeface="Ti"/>
              </a:rPr>
              <a:t>. </a:t>
            </a:r>
            <a:endParaRPr lang="en-IN" sz="2800" dirty="0">
              <a:latin typeface="T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0101"/>
            <a:ext cx="9988844" cy="5410200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</a:t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 smtClean="0"/>
              <a:t> 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75957" y="539743"/>
            <a:ext cx="889834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using Python to analyze agricultural data across different seasons, regions, and farming conditions. Performed data cleaning, preprocessing, and exploratory data analysis using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and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visualizations such as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pie charts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bar charts, line</a:t>
            </a:r>
            <a:r>
              <a:rPr kumimoji="0" lang="en-US" sz="16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charts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pandas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seasonal trends, variations, relationships, and outliers. 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data-driven insights to understand agricultural performance and support better seasonal planning.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700" y="1520713"/>
            <a:ext cx="8476429" cy="399002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Users: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Farmers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officers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consultants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agribusiness organizations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END USERS?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Programming </a:t>
            </a:r>
            <a:r>
              <a:rPr lang="en-IN" sz="1600" b="1" dirty="0" smtClean="0"/>
              <a:t>Language:</a:t>
            </a:r>
            <a:endParaRPr lang="en-IN" sz="1600" b="1" dirty="0"/>
          </a:p>
          <a:p>
            <a:r>
              <a:rPr lang="en-US" sz="1400" dirty="0" smtClean="0"/>
              <a:t>Python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484889"/>
            <a:ext cx="2981643" cy="315211"/>
          </a:xfrm>
        </p:spPr>
        <p:txBody>
          <a:bodyPr>
            <a:normAutofit fontScale="90000"/>
          </a:bodyPr>
          <a:lstStyle/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b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941294" y="967126"/>
            <a:ext cx="2850777" cy="29190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States,values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pandas: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states    values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     AP  19527.06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Gujarat  23586.01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       Karnataka  23341.30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       Madhya Pradesh  18667.08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Maharastra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22519.83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        Punjab  25280.82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Tamilnadu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19807.58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Telangana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20255.16</a:t>
            </a:r>
          </a:p>
          <a:p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694" y="967127"/>
            <a:ext cx="5416870" cy="26635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12" y="3886200"/>
            <a:ext cx="4343400" cy="27787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694" y="3778624"/>
            <a:ext cx="5564788" cy="243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06709"/>
            <a:ext cx="3116114" cy="568662"/>
          </a:xfrm>
        </p:spPr>
        <p:txBody>
          <a:bodyPr>
            <a:normAutofit fontScale="90000"/>
          </a:bodyPr>
          <a:lstStyle/>
          <a:p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b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STATES,VALUES USING PANDAS: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8390624" cy="4471566"/>
          </a:xfrm>
        </p:spPr>
        <p:txBody>
          <a:bodyPr>
            <a:normAutofit/>
          </a:bodyPr>
          <a:lstStyle/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</a:t>
            </a:r>
            <a:r>
              <a:rPr lang="en-IN" dirty="0" err="1"/>
              <a:t>np</a:t>
            </a:r>
            <a:endParaRPr lang="en-IN" dirty="0"/>
          </a:p>
          <a:p>
            <a:r>
              <a:rPr lang="en-IN" dirty="0"/>
              <a:t>import pandas as </a:t>
            </a:r>
            <a:r>
              <a:rPr lang="en-IN" dirty="0" err="1"/>
              <a:t>pd</a:t>
            </a:r>
            <a:r>
              <a:rPr lang="en-IN" dirty="0"/>
              <a:t> </a:t>
            </a:r>
          </a:p>
          <a:p>
            <a:r>
              <a:rPr lang="en-IN" dirty="0"/>
              <a:t>data={</a:t>
            </a:r>
          </a:p>
          <a:p>
            <a:r>
              <a:rPr lang="en-IN" dirty="0"/>
              <a:t>    "states":["</a:t>
            </a:r>
            <a:r>
              <a:rPr lang="en-IN" dirty="0" err="1"/>
              <a:t>AP","Gujarat","Karnataka","Madhya</a:t>
            </a:r>
            <a:r>
              <a:rPr lang="en-IN" dirty="0"/>
              <a:t> Pradesh","</a:t>
            </a:r>
            <a:r>
              <a:rPr lang="en-IN" dirty="0" err="1"/>
              <a:t>Maharastra</a:t>
            </a:r>
            <a:r>
              <a:rPr lang="en-IN" dirty="0"/>
              <a:t>","</a:t>
            </a:r>
            <a:r>
              <a:rPr lang="en-IN" dirty="0" err="1"/>
              <a:t>punjab</a:t>
            </a:r>
            <a:r>
              <a:rPr lang="en-IN" dirty="0"/>
              <a:t>","</a:t>
            </a:r>
            <a:r>
              <a:rPr lang="en-IN" dirty="0" err="1"/>
              <a:t>Tamilnadu</a:t>
            </a:r>
            <a:r>
              <a:rPr lang="en-IN" dirty="0"/>
              <a:t>","</a:t>
            </a:r>
            <a:r>
              <a:rPr lang="en-IN" dirty="0" err="1"/>
              <a:t>Telangana</a:t>
            </a:r>
            <a:r>
              <a:rPr lang="en-IN" dirty="0"/>
              <a:t>"],</a:t>
            </a:r>
          </a:p>
          <a:p>
            <a:r>
              <a:rPr lang="en-IN" dirty="0"/>
              <a:t>    "values":[19527.06,23586.01,23341.3,18667.08,22519.83,25280.82,19807.58,20255.16],</a:t>
            </a:r>
          </a:p>
          <a:p>
            <a:r>
              <a:rPr lang="en-IN" dirty="0"/>
              <a:t>}</a:t>
            </a:r>
          </a:p>
          <a:p>
            <a:r>
              <a:rPr lang="en-IN" dirty="0" err="1"/>
              <a:t>df</a:t>
            </a:r>
            <a:r>
              <a:rPr lang="en-IN" dirty="0"/>
              <a:t>=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 smtClean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632011"/>
            <a:ext cx="2981643" cy="643360"/>
          </a:xfrm>
        </p:spPr>
        <p:txBody>
          <a:bodyPr>
            <a:normAutofit fontScale="90000"/>
          </a:bodyPr>
          <a:lstStyle/>
          <a:p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</a:t>
            </a:r>
            <a:endParaRPr lang="en-IN" sz="16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2"/>
            <a:ext cx="8619224" cy="4592590"/>
          </a:xfrm>
        </p:spPr>
        <p:txBody>
          <a:bodyPr>
            <a:normAutofit/>
          </a:bodyPr>
          <a:lstStyle/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r>
              <a:rPr lang="en-IN" dirty="0"/>
              <a:t> </a:t>
            </a:r>
          </a:p>
          <a:p>
            <a:r>
              <a:rPr lang="en-IN" dirty="0"/>
              <a:t>x=["chilli","cotton","GroundNut","Maize","Pulses","Rice","Sugarcane","Wheat"]</a:t>
            </a:r>
          </a:p>
          <a:p>
            <a:r>
              <a:rPr lang="en-IN" dirty="0"/>
              <a:t>y=[412,508,424,551,496,690,305,614]</a:t>
            </a:r>
          </a:p>
          <a:p>
            <a:r>
              <a:rPr lang="en-IN" dirty="0" err="1"/>
              <a:t>plt.bar</a:t>
            </a:r>
            <a:r>
              <a:rPr lang="en-IN" dirty="0"/>
              <a:t>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r>
              <a:rPr lang="en-IN" dirty="0" err="1"/>
              <a:t>plt.title</a:t>
            </a:r>
            <a:r>
              <a:rPr lang="en-IN" dirty="0"/>
              <a:t>("</a:t>
            </a:r>
            <a:r>
              <a:rPr lang="en-IN" dirty="0" err="1"/>
              <a:t>No.of</a:t>
            </a:r>
            <a:r>
              <a:rPr lang="en-IN" dirty="0"/>
              <a:t> farmers by type of crops")</a:t>
            </a:r>
          </a:p>
          <a:p>
            <a:r>
              <a:rPr lang="en-IN" dirty="0" err="1"/>
              <a:t>plt.xlabel</a:t>
            </a:r>
            <a:r>
              <a:rPr lang="en-IN" dirty="0"/>
              <a:t>("Types of Crops")</a:t>
            </a:r>
          </a:p>
          <a:p>
            <a:r>
              <a:rPr lang="en-IN" dirty="0" err="1"/>
              <a:t>plt.ylabel</a:t>
            </a:r>
            <a:r>
              <a:rPr lang="en-IN" dirty="0"/>
              <a:t>("</a:t>
            </a:r>
            <a:r>
              <a:rPr lang="en-IN" dirty="0" err="1"/>
              <a:t>No.of</a:t>
            </a:r>
            <a:r>
              <a:rPr lang="en-IN" dirty="0"/>
              <a:t> farmers")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429511"/>
          </a:xfrm>
        </p:spPr>
        <p:txBody>
          <a:bodyPr>
            <a:normAutofit/>
          </a:bodyPr>
          <a:lstStyle/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3" y="800100"/>
            <a:ext cx="1857442" cy="475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60399" y="1559860"/>
            <a:ext cx="7421283" cy="3590364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x=["Chilli","Cotton","GroundNut","Maize","Pulses","Rice","Sugarcane","Wheat"]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y=[3232.34,3916.1,3167.57,4428.05,4002.37,5410.91,2535.26,4860.46]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plt.pie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y,labels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x,autopct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="%1.1f%%")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 of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hectures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type of crop")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732070"/>
          </a:xfrm>
        </p:spPr>
        <p:txBody>
          <a:bodyPr>
            <a:normAutofit/>
          </a:bodyPr>
          <a:lstStyle/>
          <a:p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b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</a:t>
            </a:r>
            <a:endParaRPr lang="en-IN" sz="1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1431693"/>
            <a:ext cx="7637589" cy="4300364"/>
          </a:xfrm>
        </p:spPr>
        <p:txBody>
          <a:bodyPr>
            <a:normAutofit fontScale="92500" lnSpcReduction="10000"/>
          </a:bodyPr>
          <a:lstStyle/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data={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"season":["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kharif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","Rabi","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zaib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"],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"production":[82387.61,67498.88,23098.35],</a:t>
            </a:r>
          </a:p>
          <a:p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pd.DataFrame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df.plot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(x="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season",y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production",kind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="line")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("production by seasonal")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plt.xlabel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("Type of season")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plt.ylabel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 of production")</a:t>
            </a:r>
          </a:p>
          <a:p>
            <a:r>
              <a:rPr lang="en-IN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8096877" cy="5389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75957" y="430306"/>
            <a:ext cx="9048377" cy="6138134"/>
          </a:xfrm>
        </p:spPr>
        <p:txBody>
          <a:bodyPr>
            <a:norm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806824" y="-2990202"/>
            <a:ext cx="9272485" cy="664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models to predict crop yield based on seasonal and environmental factors.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Integration: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 real-time rainfall, temperature, and humidity data for improved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an interactive dashboard using Power BI or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easier monitoring.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Crop Recommendation: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Recommend suitable crops based on seasonal and environmental conditions.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Expansion: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Extend the analysis to more regions, crops, and farming conditions.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Optimization: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fertilizer, water, and other resource usage to support efficient agricultural planning.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Prediction: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historical data to forecast future seasonal agricultural performance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https://github.com/AswiniKumar55/-Seasonal-Agriculture-Performance-Analysis-.git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3354246"/>
          </a:xfrm>
        </p:spPr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VOIS Course completion certificate - 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232900"/>
              </p:ext>
            </p:extLst>
          </p:nvPr>
        </p:nvGraphicFramePr>
        <p:xfrm>
          <a:off x="675956" y="1008530"/>
          <a:ext cx="9368997" cy="565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Packager Shell Object" showAsIcon="1" r:id="rId4" imgW="1970640" imgH="437760" progId="Package">
                  <p:embed/>
                </p:oleObj>
              </mc:Choice>
              <mc:Fallback>
                <p:oleObj name="Packager Shell Object" showAsIcon="1" r:id="rId4" imgW="1970640" imgH="4377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5956" y="1008530"/>
                        <a:ext cx="9368997" cy="5656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1452282"/>
            <a:ext cx="11340000" cy="134470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16c05727-aa75-4e4a-9b5f-8a80a1165891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1633</TotalTime>
  <Words>515</Words>
  <Application>Microsoft Office PowerPoint</Application>
  <PresentationFormat>Widescreen</PresentationFormat>
  <Paragraphs>114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Ti</vt:lpstr>
      <vt:lpstr>Times New Roman</vt:lpstr>
      <vt:lpstr>Trebuchet MS</vt:lpstr>
      <vt:lpstr>Wingdings</vt:lpstr>
      <vt:lpstr>Wingdings 3</vt:lpstr>
      <vt:lpstr>Facet</vt:lpstr>
      <vt:lpstr>Package</vt:lpstr>
      <vt:lpstr>                                                              Seasonal Agriculture Performance</vt:lpstr>
      <vt:lpstr>PROBLEM  STATEMENT:</vt:lpstr>
      <vt:lpstr>Project Description:     </vt:lpstr>
      <vt:lpstr>WHO ARE THE END USERS?</vt:lpstr>
      <vt:lpstr>Technology Used:</vt:lpstr>
      <vt:lpstr>RESULTS: </vt:lpstr>
      <vt:lpstr>RESULTS:  STATES,VALUES USING PANDAS: </vt:lpstr>
      <vt:lpstr>RESULTS:  BAR CHART:</vt:lpstr>
      <vt:lpstr>RESULTS:</vt:lpstr>
      <vt:lpstr>RESULTS: Line chart:</vt:lpstr>
      <vt:lpstr>Future scope:   </vt:lpstr>
      <vt:lpstr>GitHub Link: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Microsoft account</cp:lastModifiedBy>
  <cp:revision>110</cp:revision>
  <dcterms:created xsi:type="dcterms:W3CDTF">2021-07-11T13:13:15Z</dcterms:created>
  <dcterms:modified xsi:type="dcterms:W3CDTF">2026-09-09T18:37:34Z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